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4" r:id="rId7"/>
    <p:sldId id="265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857" y="508191"/>
            <a:ext cx="11503477" cy="615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928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9600"/>
            <a:ext cx="12192000" cy="68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9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903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848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0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01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72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18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324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49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21311-CB8E-44DD-A257-56ADB3EC6F0A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BD49C-1464-4B01-B2BE-8956368DAD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958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" y="508191"/>
            <a:ext cx="11503477" cy="615503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401660" y="2955965"/>
            <a:ext cx="73886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</a:t>
            </a:r>
            <a:r>
              <a:rPr lang="zh-TW" altLang="en-US" sz="6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降版</a:t>
            </a:r>
            <a:endParaRPr lang="zh-TW" altLang="en-US" sz="6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205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為什麼需要降版？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36170" y="1651126"/>
            <a:ext cx="1026522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zh-TW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專案使用了與新版 Angular 不相容的套件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zh-TW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團隊既有架構與 Angular 19 相容性較高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zh-TW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CI/CD 或建置環境尚未支援新版 Angular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zh-TW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想避免不必要的重大版本升級成本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0" lang="zh-TW" altLang="zh-TW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特定功能在新版遭移除/變更，希望保留 Angular 19 行為</a:t>
            </a:r>
          </a:p>
        </p:txBody>
      </p:sp>
    </p:spTree>
    <p:extLst>
      <p:ext uri="{BB962C8B-B14F-4D97-AF65-F5344CB8AC3E}">
        <p14:creationId xmlns:p14="http://schemas.microsoft.com/office/powerpoint/2010/main" val="333255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版本管理概念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84830"/>
            <a:ext cx="1084489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CLI、Angular Core、RxJS、TypeScript 之間需相互對應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全域安裝的 @angular/cli 會影響指令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專案本身的版本以 package.json 為準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降版 = 調整 CLI + 調整專案套件版本 + 重新安裝依賴</a:t>
            </a:r>
          </a:p>
        </p:txBody>
      </p:sp>
    </p:spTree>
    <p:extLst>
      <p:ext uri="{BB962C8B-B14F-4D97-AF65-F5344CB8AC3E}">
        <p14:creationId xmlns:p14="http://schemas.microsoft.com/office/powerpoint/2010/main" val="6893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降版流程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629683"/>
            <a:ext cx="10738757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｜確認目前版本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｜移除全域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CLI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（如需要）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安裝指定版本的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CLI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19.x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）， 同時設定專案名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336" y="2250298"/>
            <a:ext cx="2362530" cy="70494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694" y="3801290"/>
            <a:ext cx="3791479" cy="66684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694" y="5389743"/>
            <a:ext cx="3972479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7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package.json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範例（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19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9935" y="1494745"/>
            <a:ext cx="3939643" cy="4710444"/>
          </a:xfrm>
          <a:prstGeom prst="rect">
            <a:avLst/>
          </a:prstGeom>
        </p:spPr>
      </p:pic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017815" y="2687051"/>
            <a:ext cx="6550478" cy="1305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安裝後，打開專案內的</a:t>
            </a:r>
            <a:r>
              <a:rPr lang="en-US" altLang="zh-TW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package.json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檔確認版本是否安裝正確。</a:t>
            </a:r>
            <a:endParaRPr lang="zh-TW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626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注意事項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8443" y="1690688"/>
            <a:ext cx="9595757" cy="4089626"/>
          </a:xfrm>
        </p:spPr>
        <p:txBody>
          <a:bodyPr/>
          <a:lstStyle/>
          <a:p>
            <a:pPr indent="-216000">
              <a:lnSpc>
                <a:spcPct val="150000"/>
              </a:lnSpc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相容性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問題（實務上最常見）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216000">
              <a:lnSpc>
                <a:spcPct val="150000"/>
              </a:lnSpc>
            </a:pP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TypeScript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RxJS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版本不相容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216000">
              <a:lnSpc>
                <a:spcPct val="150000"/>
              </a:lnSpc>
            </a:pP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Build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pipeline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builder / 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angular.json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）版本對不上</a:t>
            </a:r>
          </a:p>
          <a:p>
            <a:pPr indent="-216000">
              <a:lnSpc>
                <a:spcPct val="15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Material / UI libs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不支援舊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216000"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新功能反向不支援，導致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952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相容性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43050"/>
            <a:ext cx="10240736" cy="5078185"/>
          </a:xfrm>
        </p:spPr>
        <p:txBody>
          <a:bodyPr/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情境：</a:t>
            </a:r>
          </a:p>
          <a:p>
            <a:pPr marL="0" indent="0">
              <a:buNone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降版後第三方套件（如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charts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auth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firebase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UI </a:t>
            </a:r>
            <a:r>
              <a:rPr lang="en-US" altLang="zh-TW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libs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等等）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直接報錯或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build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失敗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原因：</a:t>
            </a:r>
          </a:p>
          <a:p>
            <a:pPr marL="0" indent="0">
              <a:buNone/>
            </a:pP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套件是為新版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/ </a:t>
            </a:r>
            <a:r>
              <a:rPr lang="en-US" altLang="zh-TW" sz="20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TypeScript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編譯的，使用到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不支援的語法或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</a:t>
            </a:r>
            <a:r>
              <a:rPr lang="zh-TW" altLang="en-US" sz="2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的錯誤訊息：</a:t>
            </a:r>
            <a:endPara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/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處理：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版該套件到與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19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相容的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版本。</a:t>
            </a:r>
            <a:endPara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查看官方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release notes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找到「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Angular 19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支援區間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」。</a:t>
            </a:r>
            <a:endPara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若無相容版本：需改替換其他 </a:t>
            </a:r>
            <a:r>
              <a:rPr lang="en-US" altLang="zh-TW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library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40" y="3615352"/>
            <a:ext cx="508706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6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2" y="566314"/>
            <a:ext cx="11069595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8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307</Words>
  <Application>Microsoft Office PowerPoint</Application>
  <PresentationFormat>寬螢幕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為什麼需要降版？</vt:lpstr>
      <vt:lpstr>Angular 版本管理概念</vt:lpstr>
      <vt:lpstr>降版流程</vt:lpstr>
      <vt:lpstr>package.json 範例（Angular 19）</vt:lpstr>
      <vt:lpstr>降版注意事項</vt:lpstr>
      <vt:lpstr>套件相容性問題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王薰</dc:creator>
  <cp:lastModifiedBy>王薰</cp:lastModifiedBy>
  <cp:revision>30</cp:revision>
  <dcterms:created xsi:type="dcterms:W3CDTF">2025-11-18T08:58:49Z</dcterms:created>
  <dcterms:modified xsi:type="dcterms:W3CDTF">2025-11-20T09:09:21Z</dcterms:modified>
</cp:coreProperties>
</file>